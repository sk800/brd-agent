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3.png"/><Relationship Id="rId6" Type="http://schemas.openxmlformats.org/officeDocument/2006/relationships/image" Target="../media/image-1-6.png"/><Relationship Id="rId7" Type="http://schemas.openxmlformats.org/officeDocument/2006/relationships/image" Target="../media/image-1-3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3.png"/><Relationship Id="rId11" Type="http://schemas.openxmlformats.org/officeDocument/2006/relationships/image" Target="../media/image-1-11.png"/><Relationship Id="rId12" Type="http://schemas.openxmlformats.org/officeDocument/2006/relationships/image" Target="../media/image-1-3.png"/><Relationship Id="rId13" Type="http://schemas.openxmlformats.org/officeDocument/2006/relationships/image" Target="../media/image-1-13.png"/><Relationship Id="rId14" Type="http://schemas.openxmlformats.org/officeDocument/2006/relationships/image" Target="../media/image-1-3.png"/><Relationship Id="rId15" Type="http://schemas.openxmlformats.org/officeDocument/2006/relationships/image" Target="../media/image-1-15.png"/><Relationship Id="rId16" Type="http://schemas.openxmlformats.org/officeDocument/2006/relationships/image" Target="../media/image-1-15.png"/><Relationship Id="rId17" Type="http://schemas.openxmlformats.org/officeDocument/2006/relationships/image" Target="../media/image-1-15.png"/><Relationship Id="rId18" Type="http://schemas.openxmlformats.org/officeDocument/2006/relationships/image" Target="../media/image-1-3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Agent — Agentic AI Requirements Engineering Architecture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8915400" y="914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FDF0C7"/>
          </a:solidFill>
          <a:ln w="12700">
            <a:solidFill>
              <a:srgbClr val="D9A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15400" y="91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BRD AGENT ONLY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383280" y="5943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DCE6F7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6" name="Image 0" descr="/home/claude/work/icons/user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296" y="6720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594360"/>
            <a:ext cx="336499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 / CONVERSATIONAL REQUEST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(text, forms, uploaded documents)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" y="1371600"/>
            <a:ext cx="2514600" cy="621792"/>
          </a:xfrm>
          <a:prstGeom prst="roundRect">
            <a:avLst>
              <a:gd name="adj" fmla="val 11765"/>
            </a:avLst>
          </a:prstGeom>
          <a:solidFill>
            <a:srgbClr val="DCE6F7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9" name="Image 1" descr="/home/claude/work/icons/requirement_int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49961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" y="1371600"/>
            <a:ext cx="18379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Intake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Clarification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801368" y="1252728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A400"/>
            </a:solidFill>
            <a:prstDash val="solid"/>
          </a:ln>
        </p:spPr>
      </p:sp>
      <p:pic>
        <p:nvPicPr>
          <p:cNvPr id="12" name="Image 2" descr="/home/claude/work/icons/shield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128930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20824" y="125272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017520" y="137160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DCE6F7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15" name="Image 3" descr="/home/claude/work/icons/doc_extrac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149961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84448" y="1371600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270248" y="1252728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A400"/>
            </a:solidFill>
            <a:prstDash val="solid"/>
          </a:ln>
        </p:spPr>
      </p:sp>
      <p:pic>
        <p:nvPicPr>
          <p:cNvPr id="18" name="Image 4" descr="/home/claude/work/icons/shield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28930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89704" y="125272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3017520" y="2039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Type-specific extractors: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• DOCX • Images (OCR) • Emails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5440680" y="137160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DCE6F7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22" name="Image 5" descr="/home/claude/work/icons/ing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499616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007608" y="1371600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Layer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693408" y="1252728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A400"/>
            </a:solidFill>
            <a:prstDash val="solid"/>
          </a:ln>
        </p:spPr>
      </p:sp>
      <p:pic>
        <p:nvPicPr>
          <p:cNvPr id="25" name="Image 6" descr="/home/claude/work/icons/shield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89304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12864" y="125272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27" name="Shape 18"/>
          <p:cNvSpPr/>
          <p:nvPr/>
        </p:nvSpPr>
        <p:spPr>
          <a:xfrm>
            <a:off x="7909560" y="1371600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EAEAEA"/>
          </a:solidFill>
          <a:ln w="15875">
            <a:solidFill>
              <a:srgbClr val="808080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28" name="Image 7" descr="/home/claude/work/icons/enterprise_sourc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7576" y="1499616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476488" y="1371600"/>
            <a:ext cx="22951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Knowledge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7909560" y="20391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• Other Databases • Slack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/ Services</a:t>
            </a:r>
            <a:endParaRPr lang="en-US" sz="850" dirty="0"/>
          </a:p>
        </p:txBody>
      </p:sp>
      <p:sp>
        <p:nvSpPr>
          <p:cNvPr id="31" name="Shape 21"/>
          <p:cNvSpPr/>
          <p:nvPr/>
        </p:nvSpPr>
        <p:spPr>
          <a:xfrm>
            <a:off x="3017520" y="2450592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D9F2E3"/>
          </a:solidFill>
          <a:ln w="15875">
            <a:solidFill>
              <a:srgbClr val="4FAE7C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32" name="Image 8" descr="/home/claude/work/icons/content_assembl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536" y="2542032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584448" y="2450592"/>
            <a:ext cx="40325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Assembly &amp; Context Orchestration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6693408" y="233172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A400"/>
            </a:solidFill>
            <a:prstDash val="solid"/>
          </a:ln>
        </p:spPr>
      </p:sp>
      <p:pic>
        <p:nvPicPr>
          <p:cNvPr id="35" name="Image 9" descr="/home/claude/work/icons/shield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128" y="2368296"/>
            <a:ext cx="164592" cy="16459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912864" y="233172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37" name="Shape 25"/>
          <p:cNvSpPr/>
          <p:nvPr/>
        </p:nvSpPr>
        <p:spPr>
          <a:xfrm>
            <a:off x="7909560" y="2450592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BE0E0"/>
          </a:solidFill>
          <a:ln w="15875">
            <a:solidFill>
              <a:srgbClr val="C0504D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38" name="Image 10" descr="/home/claude/work/icons/memor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7576" y="2542032"/>
            <a:ext cx="365760" cy="3657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476488" y="2450592"/>
            <a:ext cx="229514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Post-Experience Memory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7909560" y="30449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history • Decisions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• Reusable req. context</a:t>
            </a:r>
            <a:endParaRPr lang="en-US" sz="850" dirty="0"/>
          </a:p>
        </p:txBody>
      </p:sp>
      <p:sp>
        <p:nvSpPr>
          <p:cNvPr id="41" name="Shape 28"/>
          <p:cNvSpPr/>
          <p:nvPr/>
        </p:nvSpPr>
        <p:spPr>
          <a:xfrm>
            <a:off x="3017520" y="3429000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DF0C7"/>
          </a:solidFill>
          <a:ln w="15875">
            <a:solidFill>
              <a:srgbClr val="D9A400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42" name="Image 11" descr="/home/claude/work/icons/shield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5536" y="3511296"/>
            <a:ext cx="274320" cy="27432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493008" y="3429000"/>
            <a:ext cx="41239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&amp; Guardrails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3017520" y="3968496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E6DFF7"/>
          </a:solidFill>
          <a:ln w="15875">
            <a:solidFill>
              <a:srgbClr val="8064A2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5" name="Text 31"/>
          <p:cNvSpPr/>
          <p:nvPr/>
        </p:nvSpPr>
        <p:spPr>
          <a:xfrm>
            <a:off x="3017520" y="3968496"/>
            <a:ext cx="4709160" cy="102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2000"/>
              </a:lnSpc>
              <a:buNone/>
            </a:pPr>
            <a:endParaRPr lang="en-US" sz="1200" dirty="0"/>
          </a:p>
        </p:txBody>
      </p:sp>
      <p:pic>
        <p:nvPicPr>
          <p:cNvPr id="46" name="Image 12" descr="/home/claude/work/icons/llm_gatewa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4820" y="4032504"/>
            <a:ext cx="237744" cy="237744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4549140" y="4023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Gateway</a:t>
            </a:r>
            <a:endParaRPr lang="en-US" sz="1250" dirty="0"/>
          </a:p>
        </p:txBody>
      </p:sp>
      <p:sp>
        <p:nvSpPr>
          <p:cNvPr id="48" name="Text 33"/>
          <p:cNvSpPr/>
          <p:nvPr/>
        </p:nvSpPr>
        <p:spPr>
          <a:xfrm>
            <a:off x="3017520" y="4261104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Query-aware routing — selects the best-fit model per request</a:t>
            </a:r>
            <a:endParaRPr lang="en-US" sz="850" dirty="0"/>
          </a:p>
        </p:txBody>
      </p:sp>
      <p:sp>
        <p:nvSpPr>
          <p:cNvPr id="49" name="Shape 34"/>
          <p:cNvSpPr/>
          <p:nvPr/>
        </p:nvSpPr>
        <p:spPr>
          <a:xfrm>
            <a:off x="6693408" y="3849624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A400"/>
            </a:solidFill>
            <a:prstDash val="solid"/>
          </a:ln>
        </p:spPr>
      </p:sp>
      <p:pic>
        <p:nvPicPr>
          <p:cNvPr id="50" name="Image 13" descr="/home/claude/work/icons/shield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9128" y="3886200"/>
            <a:ext cx="164592" cy="164592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912864" y="3849624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52" name="Shape 36"/>
          <p:cNvSpPr/>
          <p:nvPr/>
        </p:nvSpPr>
        <p:spPr>
          <a:xfrm>
            <a:off x="3154680" y="4498848"/>
            <a:ext cx="1386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064A2"/>
            </a:solidFill>
            <a:prstDash val="solid"/>
          </a:ln>
        </p:spPr>
      </p:sp>
      <p:pic>
        <p:nvPicPr>
          <p:cNvPr id="53" name="Image 14" descr="/home/claude/work/icons/llm_chi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27832" y="4572000"/>
            <a:ext cx="237744" cy="237744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3502152" y="4498848"/>
            <a:ext cx="1002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LLM-1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</a:t>
            </a:r>
            <a:endParaRPr lang="en-US" sz="850" dirty="0"/>
          </a:p>
        </p:txBody>
      </p:sp>
      <p:sp>
        <p:nvSpPr>
          <p:cNvPr id="55" name="Shape 38"/>
          <p:cNvSpPr/>
          <p:nvPr/>
        </p:nvSpPr>
        <p:spPr>
          <a:xfrm>
            <a:off x="4678680" y="4498848"/>
            <a:ext cx="1386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064A2"/>
            </a:solidFill>
            <a:prstDash val="solid"/>
          </a:ln>
        </p:spPr>
      </p:sp>
      <p:pic>
        <p:nvPicPr>
          <p:cNvPr id="56" name="Image 15" descr="/home/claude/work/icons/llm_chi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1832" y="4572000"/>
            <a:ext cx="237744" cy="237744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5026152" y="4498848"/>
            <a:ext cx="1002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LLM-2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/ Legal</a:t>
            </a:r>
            <a:endParaRPr lang="en-US" sz="850" dirty="0"/>
          </a:p>
        </p:txBody>
      </p:sp>
      <p:sp>
        <p:nvSpPr>
          <p:cNvPr id="58" name="Shape 40"/>
          <p:cNvSpPr/>
          <p:nvPr/>
        </p:nvSpPr>
        <p:spPr>
          <a:xfrm>
            <a:off x="6202680" y="4498848"/>
            <a:ext cx="1386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064A2"/>
            </a:solidFill>
            <a:prstDash val="solid"/>
          </a:ln>
        </p:spPr>
      </p:sp>
      <p:pic>
        <p:nvPicPr>
          <p:cNvPr id="59" name="Image 16" descr="/home/claude/work/icons/llm_chi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75832" y="4572000"/>
            <a:ext cx="237744" cy="237744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6550152" y="4498848"/>
            <a:ext cx="1002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LLM-3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Long-Context</a:t>
            </a:r>
            <a:endParaRPr lang="en-US" sz="850" dirty="0"/>
          </a:p>
        </p:txBody>
      </p:sp>
      <p:sp>
        <p:nvSpPr>
          <p:cNvPr id="61" name="Shape 42"/>
          <p:cNvSpPr/>
          <p:nvPr/>
        </p:nvSpPr>
        <p:spPr>
          <a:xfrm>
            <a:off x="3017520" y="5138928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DF0C7"/>
          </a:solidFill>
          <a:ln w="15875">
            <a:solidFill>
              <a:srgbClr val="D9A400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62" name="Image 17" descr="/home/claude/work/icons/shield_ambe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45536" y="5221224"/>
            <a:ext cx="274320" cy="274320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3493008" y="5138928"/>
            <a:ext cx="412394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 &amp; Guardrails</a:t>
            </a:r>
            <a:endParaRPr lang="en-US" sz="1200" dirty="0"/>
          </a:p>
        </p:txBody>
      </p:sp>
      <p:sp>
        <p:nvSpPr>
          <p:cNvPr id="64" name="Shape 44"/>
          <p:cNvSpPr/>
          <p:nvPr/>
        </p:nvSpPr>
        <p:spPr>
          <a:xfrm>
            <a:off x="3017520" y="5705856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DCE6F7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pic>
        <p:nvPicPr>
          <p:cNvPr id="65" name="Image 18" descr="/home/claude/work/icons/user_feedba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45536" y="5779008"/>
            <a:ext cx="292608" cy="292608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3511296" y="5705856"/>
            <a:ext cx="410565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/ Approval</a:t>
            </a:r>
            <a:endParaRPr lang="en-US" sz="1200" dirty="0"/>
          </a:p>
        </p:txBody>
      </p:sp>
      <p:sp>
        <p:nvSpPr>
          <p:cNvPr id="67" name="Text 46"/>
          <p:cNvSpPr/>
          <p:nvPr/>
        </p:nvSpPr>
        <p:spPr>
          <a:xfrm>
            <a:off x="320040" y="6236208"/>
            <a:ext cx="10561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extract → discover → validate → enrich → route → generate → validate → learn — fully traced and guardrailed at every step.</a:t>
            </a:r>
            <a:endParaRPr lang="en-US" sz="900" dirty="0"/>
          </a:p>
        </p:txBody>
      </p:sp>
      <p:sp>
        <p:nvSpPr>
          <p:cNvPr id="68" name="Text 47"/>
          <p:cNvSpPr/>
          <p:nvPr/>
        </p:nvSpPr>
        <p:spPr>
          <a:xfrm>
            <a:off x="320040" y="6473952"/>
            <a:ext cx="10561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 →   |   Context / memory ↔   |   Guardrails on every agent   |   LangSmith monitoring taps</a:t>
            </a:r>
            <a:endParaRPr lang="en-US" sz="800" dirty="0"/>
          </a:p>
        </p:txBody>
      </p:sp>
      <p:sp>
        <p:nvSpPr>
          <p:cNvPr id="69" name="Shape 48"/>
          <p:cNvSpPr/>
          <p:nvPr/>
        </p:nvSpPr>
        <p:spPr>
          <a:xfrm flipH="1">
            <a:off x="1577340" y="1097280"/>
            <a:ext cx="3817620" cy="27432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70" name="Shape 49"/>
          <p:cNvSpPr/>
          <p:nvPr/>
        </p:nvSpPr>
        <p:spPr>
          <a:xfrm flipH="1">
            <a:off x="4160520" y="1097280"/>
            <a:ext cx="1234440" cy="27432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71" name="Shape 50"/>
          <p:cNvSpPr/>
          <p:nvPr/>
        </p:nvSpPr>
        <p:spPr>
          <a:xfrm>
            <a:off x="5394960" y="1097280"/>
            <a:ext cx="1188720" cy="27432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72" name="Shape 51"/>
          <p:cNvSpPr/>
          <p:nvPr/>
        </p:nvSpPr>
        <p:spPr>
          <a:xfrm>
            <a:off x="5303520" y="1682496"/>
            <a:ext cx="137160" cy="9144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73" name="Shape 52"/>
          <p:cNvSpPr/>
          <p:nvPr/>
        </p:nvSpPr>
        <p:spPr>
          <a:xfrm>
            <a:off x="1577340" y="1993392"/>
            <a:ext cx="1988820" cy="45720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none"/>
          </a:ln>
        </p:spPr>
      </p:sp>
      <p:sp>
        <p:nvSpPr>
          <p:cNvPr id="74" name="Shape 53"/>
          <p:cNvSpPr/>
          <p:nvPr/>
        </p:nvSpPr>
        <p:spPr>
          <a:xfrm>
            <a:off x="4160520" y="1993392"/>
            <a:ext cx="685800" cy="45720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none"/>
          </a:ln>
        </p:spPr>
      </p:sp>
      <p:sp>
        <p:nvSpPr>
          <p:cNvPr id="75" name="Shape 54"/>
          <p:cNvSpPr/>
          <p:nvPr/>
        </p:nvSpPr>
        <p:spPr>
          <a:xfrm flipH="1">
            <a:off x="6309360" y="1993392"/>
            <a:ext cx="274320" cy="45720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none"/>
          </a:ln>
        </p:spPr>
      </p:sp>
      <p:sp>
        <p:nvSpPr>
          <p:cNvPr id="76" name="Shape 55"/>
          <p:cNvSpPr/>
          <p:nvPr/>
        </p:nvSpPr>
        <p:spPr>
          <a:xfrm flipH="1">
            <a:off x="7360920" y="1993392"/>
            <a:ext cx="914400" cy="457200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none"/>
          </a:ln>
        </p:spPr>
      </p:sp>
      <p:sp>
        <p:nvSpPr>
          <p:cNvPr id="77" name="Shape 56"/>
          <p:cNvSpPr/>
          <p:nvPr/>
        </p:nvSpPr>
        <p:spPr>
          <a:xfrm>
            <a:off x="7726680" y="2724912"/>
            <a:ext cx="182880" cy="914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78" name="Shape 57"/>
          <p:cNvSpPr/>
          <p:nvPr/>
        </p:nvSpPr>
        <p:spPr>
          <a:xfrm>
            <a:off x="5372100" y="2999232"/>
            <a:ext cx="9144" cy="429768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79" name="Shape 58"/>
          <p:cNvSpPr/>
          <p:nvPr/>
        </p:nvSpPr>
        <p:spPr>
          <a:xfrm>
            <a:off x="5372100" y="3867912"/>
            <a:ext cx="9144" cy="100584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80" name="Shape 59"/>
          <p:cNvSpPr/>
          <p:nvPr/>
        </p:nvSpPr>
        <p:spPr>
          <a:xfrm>
            <a:off x="5372100" y="4992624"/>
            <a:ext cx="9144" cy="146304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81" name="Shape 60"/>
          <p:cNvSpPr/>
          <p:nvPr/>
        </p:nvSpPr>
        <p:spPr>
          <a:xfrm>
            <a:off x="5372100" y="5577840"/>
            <a:ext cx="9144" cy="128016"/>
          </a:xfrm>
          <a:prstGeom prst="line">
            <a:avLst/>
          </a:prstGeom>
          <a:noFill/>
          <a:ln w="12700">
            <a:solidFill>
              <a:srgbClr val="70747A"/>
            </a:solidFill>
            <a:prstDash val="solid"/>
            <a:tailEnd type="triangle"/>
          </a:ln>
        </p:spPr>
      </p:sp>
      <p:sp>
        <p:nvSpPr>
          <p:cNvPr id="82" name="Text 61"/>
          <p:cNvSpPr/>
          <p:nvPr/>
        </p:nvSpPr>
        <p:spPr>
          <a:xfrm>
            <a:off x="5509260" y="55961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approved</a:t>
            </a:r>
            <a:endParaRPr lang="en-US" sz="800" dirty="0"/>
          </a:p>
        </p:txBody>
      </p:sp>
      <p:sp>
        <p:nvSpPr>
          <p:cNvPr id="83" name="Shape 62"/>
          <p:cNvSpPr/>
          <p:nvPr/>
        </p:nvSpPr>
        <p:spPr>
          <a:xfrm flipV="1">
            <a:off x="8458200" y="2999232"/>
            <a:ext cx="914400" cy="2706624"/>
          </a:xfrm>
          <a:prstGeom prst="line">
            <a:avLst/>
          </a:prstGeom>
          <a:noFill/>
          <a:ln w="12700">
            <a:solidFill>
              <a:srgbClr val="1E7A4C"/>
            </a:solidFill>
            <a:prstDash val="dash"/>
            <a:tailEnd type="triangle"/>
          </a:ln>
        </p:spPr>
      </p:sp>
      <p:sp>
        <p:nvSpPr>
          <p:cNvPr id="84" name="Text 63"/>
          <p:cNvSpPr/>
          <p:nvPr/>
        </p:nvSpPr>
        <p:spPr>
          <a:xfrm>
            <a:off x="8549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memory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approval)</a:t>
            </a:r>
            <a:endParaRPr lang="en-US" sz="800" dirty="0"/>
          </a:p>
        </p:txBody>
      </p:sp>
      <p:sp>
        <p:nvSpPr>
          <p:cNvPr id="85" name="Shape 64"/>
          <p:cNvSpPr/>
          <p:nvPr/>
        </p:nvSpPr>
        <p:spPr>
          <a:xfrm>
            <a:off x="137160" y="1682496"/>
            <a:ext cx="9144" cy="4242816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  <a:tailEnd type="none"/>
          </a:ln>
        </p:spPr>
      </p:sp>
      <p:sp>
        <p:nvSpPr>
          <p:cNvPr id="86" name="Shape 65"/>
          <p:cNvSpPr/>
          <p:nvPr/>
        </p:nvSpPr>
        <p:spPr>
          <a:xfrm>
            <a:off x="137160" y="1682496"/>
            <a:ext cx="182880" cy="914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87" name="Shape 66"/>
          <p:cNvSpPr/>
          <p:nvPr/>
        </p:nvSpPr>
        <p:spPr>
          <a:xfrm>
            <a:off x="137160" y="5925312"/>
            <a:ext cx="182880" cy="9144"/>
          </a:xfrm>
          <a:prstGeom prst="line">
            <a:avLst/>
          </a:prstGeom>
          <a:noFill/>
          <a:ln w="127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88" name="Text 67"/>
          <p:cNvSpPr/>
          <p:nvPr/>
        </p:nvSpPr>
        <p:spPr>
          <a:xfrm>
            <a:off x="18288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context is insufficient: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user for more information</a:t>
            </a:r>
            <a:endParaRPr lang="en-US" sz="800" dirty="0"/>
          </a:p>
        </p:txBody>
      </p:sp>
      <p:sp>
        <p:nvSpPr>
          <p:cNvPr id="89" name="Text 68"/>
          <p:cNvSpPr/>
          <p:nvPr/>
        </p:nvSpPr>
        <p:spPr>
          <a:xfrm>
            <a:off x="18288" y="34472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needs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</a:t>
            </a:r>
            <a:endParaRPr lang="en-US" sz="800" dirty="0"/>
          </a:p>
        </p:txBody>
      </p:sp>
      <p:sp>
        <p:nvSpPr>
          <p:cNvPr id="90" name="Text 69"/>
          <p:cNvSpPr/>
          <p:nvPr/>
        </p:nvSpPr>
        <p:spPr>
          <a:xfrm>
            <a:off x="18288" y="54498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loop</a:t>
            </a:r>
            <a:endParaRPr lang="en-US" sz="800" dirty="0"/>
          </a:p>
        </p:txBody>
      </p:sp>
      <p:sp>
        <p:nvSpPr>
          <p:cNvPr id="91" name="Shape 70"/>
          <p:cNvSpPr/>
          <p:nvPr/>
        </p:nvSpPr>
        <p:spPr>
          <a:xfrm>
            <a:off x="11018520" y="594360"/>
            <a:ext cx="960120" cy="6080760"/>
          </a:xfrm>
          <a:prstGeom prst="roundRect">
            <a:avLst>
              <a:gd name="adj" fmla="val 7619"/>
            </a:avLst>
          </a:prstGeom>
          <a:solidFill>
            <a:srgbClr val="F3F1FB"/>
          </a:solidFill>
          <a:ln w="15875">
            <a:solidFill>
              <a:srgbClr val="8064A2"/>
            </a:solidFill>
            <a:prstDash val="dash"/>
          </a:ln>
        </p:spPr>
      </p:sp>
      <p:pic>
        <p:nvPicPr>
          <p:cNvPr id="92" name="Image 19" descr="/home/claude/work/icons/monitoring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2276" y="704088"/>
            <a:ext cx="292608" cy="292608"/>
          </a:xfrm>
          <a:prstGeom prst="rect">
            <a:avLst/>
          </a:prstGeom>
        </p:spPr>
      </p:pic>
      <p:sp>
        <p:nvSpPr>
          <p:cNvPr id="93" name="Text 71"/>
          <p:cNvSpPr/>
          <p:nvPr/>
        </p:nvSpPr>
        <p:spPr>
          <a:xfrm rot="16200000">
            <a:off x="8458200" y="34518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— Tracing, Evals &amp; Monitoring across every agent</a:t>
            </a:r>
            <a:endParaRPr lang="en-US" sz="1000" dirty="0"/>
          </a:p>
        </p:txBody>
      </p:sp>
      <p:sp>
        <p:nvSpPr>
          <p:cNvPr id="94" name="Shape 72"/>
          <p:cNvSpPr/>
          <p:nvPr/>
        </p:nvSpPr>
        <p:spPr>
          <a:xfrm>
            <a:off x="10881360" y="1682496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  <p:sp>
        <p:nvSpPr>
          <p:cNvPr id="95" name="Shape 73"/>
          <p:cNvSpPr/>
          <p:nvPr/>
        </p:nvSpPr>
        <p:spPr>
          <a:xfrm>
            <a:off x="10881360" y="2724912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  <p:sp>
        <p:nvSpPr>
          <p:cNvPr id="96" name="Shape 74"/>
          <p:cNvSpPr/>
          <p:nvPr/>
        </p:nvSpPr>
        <p:spPr>
          <a:xfrm>
            <a:off x="10881360" y="3648456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  <p:sp>
        <p:nvSpPr>
          <p:cNvPr id="97" name="Shape 75"/>
          <p:cNvSpPr/>
          <p:nvPr/>
        </p:nvSpPr>
        <p:spPr>
          <a:xfrm>
            <a:off x="10881360" y="4480560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  <p:sp>
        <p:nvSpPr>
          <p:cNvPr id="98" name="Shape 76"/>
          <p:cNvSpPr/>
          <p:nvPr/>
        </p:nvSpPr>
        <p:spPr>
          <a:xfrm>
            <a:off x="10881360" y="5358384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  <p:sp>
        <p:nvSpPr>
          <p:cNvPr id="99" name="Shape 77"/>
          <p:cNvSpPr/>
          <p:nvPr/>
        </p:nvSpPr>
        <p:spPr>
          <a:xfrm>
            <a:off x="10881360" y="5925312"/>
            <a:ext cx="137160" cy="9144"/>
          </a:xfrm>
          <a:prstGeom prst="line">
            <a:avLst/>
          </a:prstGeom>
          <a:noFill/>
          <a:ln w="12700">
            <a:solidFill>
              <a:srgbClr val="8064A2"/>
            </a:solidFill>
            <a:prstDash val="sysDot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2026-09-05T05:55:56Z</dcterms:created>
  <dcterms:modified xsi:type="dcterms:W3CDTF">2026-09-05T05:55:56Z</dcterms:modified>
</cp:coreProperties>
</file>